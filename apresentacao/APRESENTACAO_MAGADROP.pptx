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e9f22b234408b" /><Relationship Type="http://schemas.openxmlformats.org/officeDocument/2006/relationships/extended-properties" Target="/docProps/app.xml" Id="R0b59ecdc696d4331" /><Relationship Type="http://schemas.openxmlformats.org/officeDocument/2006/relationships/officeDocument" Target="/ppt/presentation.xml" Id="R749b205b24d947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863fd0c55c4297"/>
  </p:sldMasterIdLst>
  <p:notesMasterIdLst>
    <p:notesMasterId xmlns:r="http://schemas.openxmlformats.org/officeDocument/2006/relationships" r:id="R9e7a550cf8f8441d"/>
  </p:notesMasterIdLst>
  <p:sldIdLst>
    <p:sldId xmlns:r="http://schemas.openxmlformats.org/officeDocument/2006/relationships" id="256" r:id="R46478fb2df884e70"/>
    <p:sldId xmlns:r="http://schemas.openxmlformats.org/officeDocument/2006/relationships" id="257" r:id="R2c437d6b20084b8b"/>
    <p:sldId xmlns:r="http://schemas.openxmlformats.org/officeDocument/2006/relationships" id="258" r:id="Redecb17169204ca4"/>
    <p:sldId xmlns:r="http://schemas.openxmlformats.org/officeDocument/2006/relationships" id="259" r:id="R426e6288be2f49fc"/>
    <p:sldId xmlns:r="http://schemas.openxmlformats.org/officeDocument/2006/relationships" id="260" r:id="R4168343eaded4a4a"/>
    <p:sldId xmlns:r="http://schemas.openxmlformats.org/officeDocument/2006/relationships" id="261" r:id="R481b80a89d2543c1"/>
    <p:sldId xmlns:r="http://schemas.openxmlformats.org/officeDocument/2006/relationships" id="262" r:id="R47e257aeb242440f"/>
    <p:sldId xmlns:r="http://schemas.openxmlformats.org/officeDocument/2006/relationships" id="263" r:id="R8eeb580d54664cd3"/>
    <p:sldId xmlns:r="http://schemas.openxmlformats.org/officeDocument/2006/relationships" id="264" r:id="R0eb953ca0fc745aa"/>
    <p:sldId xmlns:r="http://schemas.openxmlformats.org/officeDocument/2006/relationships" id="265" r:id="R968a3b626b3744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b3a306d244ea4" /><Relationship Type="http://schemas.openxmlformats.org/officeDocument/2006/relationships/slideMaster" Target="/ppt/slideMasters/slideMaster1.xml" Id="Ree863fd0c55c4297" /><Relationship Type="http://schemas.openxmlformats.org/officeDocument/2006/relationships/notesMaster" Target="/ppt/notesMasters/notesMaster1.xml" Id="R9e7a550cf8f8441d" /><Relationship Type="http://schemas.openxmlformats.org/officeDocument/2006/relationships/presProps" Target="/ppt/presProps.xml" Id="R5f903e2bd4704f81" /><Relationship Type="http://schemas.openxmlformats.org/officeDocument/2006/relationships/tableStyles" Target="/ppt/tableStyles.xml" Id="R9983cec0ddac4209" /><Relationship Type="http://schemas.openxmlformats.org/officeDocument/2006/relationships/slide" Target="/ppt/slides/slide1.xml" Id="R46478fb2df884e70" /><Relationship Type="http://schemas.openxmlformats.org/officeDocument/2006/relationships/slide" Target="/ppt/slides/slide2.xml" Id="R2c437d6b20084b8b" /><Relationship Type="http://schemas.openxmlformats.org/officeDocument/2006/relationships/slide" Target="/ppt/slides/slide3.xml" Id="Redecb17169204ca4" /><Relationship Type="http://schemas.openxmlformats.org/officeDocument/2006/relationships/slide" Target="/ppt/slides/slide4.xml" Id="R426e6288be2f49fc" /><Relationship Type="http://schemas.openxmlformats.org/officeDocument/2006/relationships/slide" Target="/ppt/slides/slide5.xml" Id="R4168343eaded4a4a" /><Relationship Type="http://schemas.openxmlformats.org/officeDocument/2006/relationships/slide" Target="/ppt/slides/slide6.xml" Id="R481b80a89d2543c1" /><Relationship Type="http://schemas.openxmlformats.org/officeDocument/2006/relationships/slide" Target="/ppt/slides/slide7.xml" Id="R47e257aeb242440f" /><Relationship Type="http://schemas.openxmlformats.org/officeDocument/2006/relationships/slide" Target="/ppt/slides/slide8.xml" Id="R8eeb580d54664cd3" /><Relationship Type="http://schemas.openxmlformats.org/officeDocument/2006/relationships/slide" Target="/ppt/slides/slide9.xml" Id="R0eb953ca0fc745aa" /><Relationship Type="http://schemas.openxmlformats.org/officeDocument/2006/relationships/slide" Target="/ppt/slides/slide10.xml" Id="R968a3b626b37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3e3ab03a54d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597529d95c44c6" /><Relationship Type="http://schemas.openxmlformats.org/officeDocument/2006/relationships/notesMaster" Target="/ppt/notesMasters/notesMaster1.xml" Id="R0d9f1db6e8da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9384c7f4ca4d93" /><Relationship Type="http://schemas.openxmlformats.org/officeDocument/2006/relationships/notesMaster" Target="/ppt/notesMasters/notesMaster1.xml" Id="R1b68b9cb66aa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062e334ba8444a" /><Relationship Type="http://schemas.openxmlformats.org/officeDocument/2006/relationships/notesMaster" Target="/ppt/notesMasters/notesMaster1.xml" Id="Rdadc4454ec0e4a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363f2454954a15" /><Relationship Type="http://schemas.openxmlformats.org/officeDocument/2006/relationships/notesMaster" Target="/ppt/notesMasters/notesMaster1.xml" Id="R857e9583d324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8a525ecce4eea" /><Relationship Type="http://schemas.openxmlformats.org/officeDocument/2006/relationships/notesMaster" Target="/ppt/notesMasters/notesMaster1.xml" Id="R1e69d52ac877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dab8773384a4a" /><Relationship Type="http://schemas.openxmlformats.org/officeDocument/2006/relationships/notesMaster" Target="/ppt/notesMasters/notesMaster1.xml" Id="Rbda5b5a17c8f46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9682dc11f44a55" /><Relationship Type="http://schemas.openxmlformats.org/officeDocument/2006/relationships/notesMaster" Target="/ppt/notesMasters/notesMaster1.xml" Id="R1f09eedf523c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c43b15eb854934" /><Relationship Type="http://schemas.openxmlformats.org/officeDocument/2006/relationships/notesMaster" Target="/ppt/notesMasters/notesMaster1.xml" Id="R3b3dddde8bb149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01e6bee7f148ad" /><Relationship Type="http://schemas.openxmlformats.org/officeDocument/2006/relationships/notesMaster" Target="/ppt/notesMasters/notesMaster1.xml" Id="R7178672e0bd5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f9f6e56f154fe4" /><Relationship Type="http://schemas.openxmlformats.org/officeDocument/2006/relationships/notesMaster" Target="/ppt/notesMasters/notesMaster1.xml" Id="Rd6d5183f9dda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 A imagem mostra uma sessão descartável de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 O endereço 192.168.0.10 mostrado na captura é apenas um exemplo ilustrativo de rede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 e documentação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código, documentação e licença MIT do repositório MagaDrop, consultados em 6 de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b533f4c06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05171e49be4e33" /><Relationship Type="http://schemas.openxmlformats.org/officeDocument/2006/relationships/slideLayout" Target="/ppt/slideLayouts/slideLayout1.xml" Id="R10503d456640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03d456640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b1d91f0654aa7" /><Relationship Type="http://schemas.openxmlformats.org/officeDocument/2006/relationships/image" Target="/ppt/media/image.png" Id="Rb9daa7a314314a01" /><Relationship Type="http://schemas.openxmlformats.org/officeDocument/2006/relationships/notesSlide" Target="/ppt/notesSlides/notesSlide1.xml" Id="R484e6abc98e141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c9717f3904fb5" /><Relationship Type="http://schemas.openxmlformats.org/officeDocument/2006/relationships/image" Target="/ppt/media/image.jpeg" Id="R77925c5c86094826" /><Relationship Type="http://schemas.openxmlformats.org/officeDocument/2006/relationships/notesSlide" Target="/ppt/notesSlides/notesSlide2.xml" Id="R3baeec07c78b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26380954e4d98" /><Relationship Type="http://schemas.openxmlformats.org/officeDocument/2006/relationships/notesSlide" Target="/ppt/notesSlides/notesSlide3.xml" Id="R14c9e3ddfc264a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0fbc13c3a493c" /><Relationship Type="http://schemas.openxmlformats.org/officeDocument/2006/relationships/notesSlide" Target="/ppt/notesSlides/notesSlide4.xml" Id="R4d5bcfe23b0d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2629a17f477b" /><Relationship Type="http://schemas.openxmlformats.org/officeDocument/2006/relationships/notesSlide" Target="/ppt/notesSlides/notesSlide5.xml" Id="Rdf64eb8853ec41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b4a8fd744d75" /><Relationship Type="http://schemas.openxmlformats.org/officeDocument/2006/relationships/image" Target="/ppt/media/image2.jpeg" Id="R5a9fee14724d4a57" /><Relationship Type="http://schemas.openxmlformats.org/officeDocument/2006/relationships/notesSlide" Target="/ppt/notesSlides/notesSlide6.xml" Id="R718e2ece41f543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9073df3ad41b4" /><Relationship Type="http://schemas.openxmlformats.org/officeDocument/2006/relationships/notesSlide" Target="/ppt/notesSlides/notesSlide7.xml" Id="R64c3d2d8d3d049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cb1759a844c77" /><Relationship Type="http://schemas.openxmlformats.org/officeDocument/2006/relationships/notesSlide" Target="/ppt/notesSlides/notesSlide8.xml" Id="R3e3ce911acec41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09829325e4e03" /><Relationship Type="http://schemas.openxmlformats.org/officeDocument/2006/relationships/notesSlide" Target="/ppt/notesSlides/notesSlide9.xml" Id="Rb1329defdc3642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03e889174e47" /><Relationship Type="http://schemas.openxmlformats.org/officeDocument/2006/relationships/notesSlide" Target="/ppt/notesSlides/notesSlide10.xml" Id="R03ad8d8e2ee542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2CDDC-BFA3-4F12-8794-66A2364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E1A5C-3ADC-4A87-8544-187754D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CFF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aa7a314314a01"/>
          <a:stretch xmlns:a="http://schemas.openxmlformats.org/drawingml/2006/main"/>
        </p:blipFill>
        <p:spPr>
          <a:xfrm xmlns:a="http://schemas.openxmlformats.org/drawingml/2006/main">
            <a:off x="8354428" y="1219200"/>
            <a:ext cx="2245895" cy="2667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F6EF2-379B-4573-8C9F-D11573A7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89CBA-6A08-4219-8EC0-63805653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Servidor de arquivos familiar para a rede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9F8B8-A16E-40FE-849E-E0C7EA89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64A42-C187-447C-8EE5-FA1D38D2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Instalação, primeiro uso e colaboração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4000A-1ADD-474D-811C-1804009F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Atualizado em 6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574463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8A514-4D9C-4860-9356-4420B85C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002E5-5715-4948-9500-7809183D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20235-B9DC-4A26-BF1A-4FF5E3F5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FCB9B-28D0-470A-8C28-FC3E63F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 que o MagaDrop faz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CD850-DA2A-479C-BD42-E9ED1A2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Um computador centraliza os arquivos e os outros dispositivos usam o navegador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BD119-1779-4ECC-9FC7-22ADB6BA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01327-3871-4FC6-AC04-16E5E0C2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83519-D373-4806-88A5-0680F556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Envia arquivos do celular para o computador</a:t>
            </a:r>
          </a:p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Mostra e baixa arquivos do computador</a:t>
            </a:r>
          </a:p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Cria pastas nas áreas Pessoal e Compartilhada</a:t>
            </a:r>
          </a:p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Gerencia membros, senhas e sessões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25c5c86094826"/>
          <a:stretch xmlns:a="http://schemas.openxmlformats.org/drawingml/2006/main"/>
        </p:blipFill>
        <p:spPr>
          <a:xfrm xmlns:a="http://schemas.openxmlformats.org/drawingml/2006/main">
            <a:off x="5286375" y="2078236"/>
            <a:ext cx="6191250" cy="3482578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A9434-7682-41F5-9B68-17921DC7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9D98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39D98A"/>
                </a:solidFill>
                <a:latin typeface="Segoe UI"/>
                <a:ea typeface="Segoe UI"/>
                <a:cs typeface="Segoe UI"/>
              </a:rPr>
              <a:t>Nada precisa ser instalado no celular</a:t>
            </a:r>
          </a:p>
        </p:txBody>
      </p:sp>
    </p:spTree>
    <p:extLst>
      <p:ext uri="{BB962C8B-B14F-4D97-AF65-F5344CB8AC3E}">
        <p14:creationId xmlns:p14="http://schemas.microsoft.com/office/powerpoint/2010/main" val="636454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8250E-E19B-430C-A19E-9C68D63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FE622-5B9A-4E6C-8AAF-9FE247F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284DF-2C57-4142-B1BE-AD20BD75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595FB-3F2C-4800-A047-AB899CC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Instalação necessária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4218-3308-4388-B45C-ED8D72B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E5877-4651-49F6-9CC3-60AB1E4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60985-FE44-4C70-9F8A-77E2065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PARA USAR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53BAC-F277-4ADA-883E-B94EB3CE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 arquivo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44D32-077E-42ED-85EA-B214DDE8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9D98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9D98A"/>
                </a:solidFill>
                <a:latin typeface="Segoe UI"/>
                <a:ea typeface="Segoe UI"/>
                <a:cs typeface="Segoe UI"/>
              </a:rPr>
              <a:t>MagaDropSetup.exe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A73B8-9B33-42E3-B04E-C8C87BC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28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O instalador já leva o Java, a interface web, o ícone, os atalhos e o desinstalador.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93818-8068-42B9-A714-251EBD5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190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6673D-E2B0-4015-B8A1-7C199F41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PARA DESENVOLVER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9430E-1712-46CE-9544-3E677893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Git para baixar e enviar alterações</a:t>
            </a:r>
          </a:p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JDK 25 ou compatível</a:t>
            </a:r>
          </a:p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PowerShell 7</a:t>
            </a:r>
          </a:p>
          <a:p xmlns:a="http://schemas.openxmlformats.org/drawingml/2006/main">
            <a:pPr marL="215900" indent="-101600">
              <a:spcAft>
                <a:spcPts val="1500"/>
              </a:spcAft>
              <a:buChar char="•"/>
              <a:defRPr sz="1875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Inno Setup 6 para gerar o instalador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15286-0F24-4CF4-94D3-3AB5000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BBF2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Usuários comuns não precisam instalar essas ferramentas</a:t>
            </a:r>
          </a:p>
        </p:txBody>
      </p:sp>
    </p:spTree>
    <p:extLst>
      <p:ext uri="{BB962C8B-B14F-4D97-AF65-F5344CB8AC3E}">
        <p14:creationId xmlns:p14="http://schemas.microsoft.com/office/powerpoint/2010/main" val="83808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F7757-4F9E-4CE0-86E8-7CB59A7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99D22-8CA8-43FF-9ADE-29510540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D0B1-8F47-4DC3-83A9-B040725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9176A-1084-47E4-89F8-E286A08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Tutorial de instalação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FDD28-017A-447E-A88B-1FF489F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O processo no computador que guardará os arquivos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41BAD-4BBF-4E96-838C-DF28DA4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ACF8A-301C-4A32-A76B-5C910E3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FB501-067B-4C9D-9DFB-55449D6B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8EB3-AB49-44DE-8F88-DFDC6054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61D7F-0BD5-44DF-BADD-9D1E0E4C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3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Execute MagaDropSetup.exe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09AF1-7147-43AF-ACBB-6728729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AD5DF-55BF-4D7B-A8D7-DECC275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96B0D-DF21-4646-9CAE-CD9442DD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Instale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F607E-B003-4177-92FD-60BCCF8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223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Conclua o assistente do Windows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C8525-433B-4547-9674-2ABBF5B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C23F4-9A55-466C-8F38-C1BFB09B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3BC02-0ABA-48A4-B988-7EA40589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Inicie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68773-CF5F-4E7F-9AFA-CAE93EB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223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Abra o atalho MagaDrop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57CD0-D0A6-40D4-B154-5E9A777A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DF426-6BDE-47E0-9CF1-A7A3BA59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3837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C5E4A-38AA-45B4-B571-BB3487C0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Permita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0FA59-BE80-41E6-A070-5D36769F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23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Autorize a rede privada no Firewall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779FE-6BE9-4DBE-9D67-B4F53350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837C9-E2EA-41CD-A50E-E78A6CC5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BBF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O aviso de editor desconhecido pode aparecer enquanto o instalador não tiver assinatura digital</a:t>
            </a:r>
          </a:p>
        </p:txBody>
      </p:sp>
    </p:spTree>
    <p:extLst>
      <p:ext uri="{BB962C8B-B14F-4D97-AF65-F5344CB8AC3E}">
        <p14:creationId xmlns:p14="http://schemas.microsoft.com/office/powerpoint/2010/main" val="486621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ADFDD-EA4F-41FA-8876-3873C983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42657-D0D0-4CEE-A23B-61EF319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6F89E-2E57-4B73-B45F-3A046EC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9FD53-3791-462A-8D4B-0C58663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Primeira configuração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588F1-E93D-45C0-9848-617311E7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A instalação nova só avança depois que a pessoa escolhe a pasta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E317F-0CB9-47DE-99C9-86699ECE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219C9-7B48-4A33-9EAC-18E1AA56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D0376-BAEF-425A-A1D2-2084451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0D0DE-6C21-488A-A49E-A4AB507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Pasta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C9ACE-DF41-4912-8CB2-725ED34E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Clique em Escolher... e indique onde os arquivos ficarão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DFC6B-6977-4774-8ADD-84AD96DB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5A832-CE50-42DA-99FA-6527DE59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Administrador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B7A41-41AD-4B8C-AF01-5E553900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Crie e confirme a senha da conta MAGA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109E4-AE38-4A2E-8A07-8FB63DF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DE74E-8611-4489-9AE2-2CC2E52A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Windows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391B3-024A-4754-B41A-CAEEB846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Ative o início automático se desejar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C9FBD-40FF-4EF4-9A1E-841BA39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26375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70697-BE9E-4768-9DCC-F8A76B10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Pasta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6323E-2FC5-4FC6-9637-FFCFE0EA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9D9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9D98A"/>
                </a:solidFill>
                <a:latin typeface="Segoe UI"/>
                <a:ea typeface="Segoe UI"/>
                <a:cs typeface="Segoe UI"/>
              </a:rPr>
              <a:t>Compartilhada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D65DC-0F84-4954-80FE-E88F6E5F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Arquivos disponíveis para a família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994AC-EEE0-498F-B8E9-B41006B1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48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Usuarios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C0F7D-0B6A-4F4D-99FF-8ECB2009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9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Uma pasta exclusiva para cada conta</a:t>
            </a:r>
          </a:p>
        </p:txBody>
      </p:sp>
    </p:spTree>
    <p:extLst>
      <p:ext uri="{BB962C8B-B14F-4D97-AF65-F5344CB8AC3E}">
        <p14:creationId xmlns:p14="http://schemas.microsoft.com/office/powerpoint/2010/main" val="821566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5C9E6-BF13-4185-9D0C-E9120EAE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D06CB-FF8B-4C95-8272-68E2EB2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A5D3B-396B-4523-8EAD-005D46E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7BD6B-2CD2-46A0-9754-616BCBF8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Acesso pelo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64BC4-E2B7-4E1D-8076-C8885C5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O endereço mostrado pelo MagaDrop pertence ao computador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2E833-DF4C-4D09-AAFE-3E4B92C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7CD32-3C22-44BA-B76E-0427AED4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6BBC2-8B57-43D3-A473-CCE5B00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9C6F5-12B5-4253-9AAE-96DFE7B3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Mesmo Wi-Fi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B3570-EB69-4D47-839E-783D7387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06DF8-A1A2-462C-BF3A-8D8B8AAA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Leia o QR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A62F7-BFB3-4E40-A1A9-E2E301E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33325-20EC-47D3-8B6A-941C91A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Entre com sua conta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1C357-0E48-4F8E-91BA-0974DF03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O computador precisa permanecer ligado e o servidor deve mostrar Pronto para receber.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fee14724d4a57"/>
          <a:stretch xmlns:a="http://schemas.openxmlformats.org/drawingml/2006/main"/>
        </p:blipFill>
        <p:spPr>
          <a:xfrm xmlns:a="http://schemas.openxmlformats.org/drawingml/2006/main" flipH="0" flipV="0">
            <a:off x="4552950" y="2059186"/>
            <a:ext cx="6953250" cy="391120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85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912C3-DF98-4733-B155-4640924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9A08E-E603-4EAA-A287-CF73AD97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7A8B6-D29B-4A53-A265-91677E65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7DAC0-39C3-495B-B905-FD38472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Arquivos e usuários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E57CB-FCB0-4EE6-8C40-ECA90EF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0D676-CD81-4AF8-8606-2B2A2579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8808F-AC0B-4FB5-A7AF-623111D5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Pessoal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044A0-5C48-492C-B4B7-A685CB6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Cada conta possui seu próprio espaço. Outros membros não navegam nessa pasta pelo MagaDrop.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47E65-C303-43B8-9F49-87D7F21C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9D98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39D98A"/>
                </a:solidFill>
                <a:latin typeface="Segoe UI"/>
                <a:ea typeface="Segoe UI"/>
                <a:cs typeface="Segoe UI"/>
              </a:rPr>
              <a:t>Compartilhada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EE9D4-8360-4854-BFC3-DC0330E6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Conteúdo disponível para as contas autorizadas da família.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33A82-4985-44D9-A24D-0E4403E9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B7CC7-E3F2-4069-9EBA-74A2969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MAGA administra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591C0-3157-4A21-8113-ED13101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80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Criação de membros e pastas pessoais</a:t>
            </a:r>
          </a:p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80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Redefinição de senhas</a:t>
            </a:r>
          </a:p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80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Ativação e desativação de contas</a:t>
            </a:r>
          </a:p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80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Encerramento de sessões</a:t>
            </a:r>
          </a:p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80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Exclusão segura de membros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722F3-EA37-40A1-8628-042CA65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BBF2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Arquivos excluídos vão para uma lixeira interna</a:t>
            </a:r>
          </a:p>
        </p:txBody>
      </p:sp>
    </p:spTree>
    <p:extLst>
      <p:ext uri="{BB962C8B-B14F-4D97-AF65-F5344CB8AC3E}">
        <p14:creationId xmlns:p14="http://schemas.microsoft.com/office/powerpoint/2010/main" val="1686520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2355F-A77F-4917-88C8-49106986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89B7C-2C3B-4787-AF09-6B002FDE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BF46E-BB78-4719-9DEE-2B0D2E91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44330-9C12-4B94-9935-DF0F1CF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Segurança e limite atual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E6BDB-46DC-4056-8DA0-F649CE50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072BB-C1E4-4BA8-AB55-91B7AACB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FDDBE-6DFC-4E48-A8B9-F655531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SENHAS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8D34C-75C8-45B7-99F7-1DB8B923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PBKDF2-HMAC-SHA-256 com salt aleatório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B14D8-237B-4D3C-858D-068596F7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1A8FA-A46D-4B3A-B47F-5BB3B959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SESSÕES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B0142-1B7B-40C7-BE5F-22A2BBA2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765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Tokens aleatórios, expiração e cookie HttpOnly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AAD93-E03D-46D5-8D66-88CA752F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7F920-B747-49B4-BC4A-D0EDB143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OPERAÇÕES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BE954-9442-49A6-883D-E7EF3BD5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Proteção CSRF e nova autenticação em ações sensíveis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52952-4729-44B5-9F01-C861EA3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FF25B-290B-4AE8-A974-7A23ACC9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ARQUIVOS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6F7A6-E6D5-4599-8292-C8EE03C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910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Bloqueio de caminhos, links e nomes perigosos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D27D3-26AC-4506-9220-FE2FF4F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7A446-9EB8-488C-9F8E-A958A183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19050">
            <a:solidFill>
              <a:srgbClr val="FBBF2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BD64D-8D7E-49F7-A7D4-B97C7AB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BBF2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Uso 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5288A-9F9E-4F26-8EBE-7C458852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2190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 tráfego atual usa HTTP. Mantenha o MagaDrop em uma rede confiável e não redirecione sua porta no roteador.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F28DF-C4E4-47C7-A7B8-F8A31179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67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D98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39D98A"/>
                </a:solidFill>
                <a:latin typeface="Segoe UI"/>
                <a:ea typeface="Segoe UI"/>
                <a:cs typeface="Segoe UI"/>
              </a:rPr>
              <a:t>HTTPS virá antes do acesso externo</a:t>
            </a:r>
          </a:p>
        </p:txBody>
      </p:sp>
    </p:spTree>
    <p:extLst>
      <p:ext uri="{BB962C8B-B14F-4D97-AF65-F5344CB8AC3E}">
        <p14:creationId xmlns:p14="http://schemas.microsoft.com/office/powerpoint/2010/main" val="1998427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A761C-F24A-4CE1-B99A-F3FF3317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3D2C-3F08-44D0-90B9-DBCA76D8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D69E7-4D76-424A-ADA6-0AB543BF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0B5EE-D6B3-4500-AA50-3279E86B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Quando o celular não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686C4-74C4-4276-8620-2410D5C7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Cinco verificações resolvem a maior parte dos casos na rede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AF5A7-832F-4006-9707-D99115C5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58C6-DC2C-444A-9A64-8F3C372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CCA3B-94E6-4C99-9ADE-FB92632D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A3DC5-DDB2-42D3-BEBC-C564616D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Celular e computador estão no mesmo Wi-Fi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63C00-5BFD-426A-BC35-A2AB71AF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812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61365-FA0D-4030-97AE-352CE69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E63DB-6B63-4BDF-84B6-662E6C65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38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 endereço contém http, o IP do computador e a porta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344A-62A1-4DED-BBAC-EA40309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242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7FC90-F0F1-472A-A63B-E12EF60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8BF37-B977-4882-A7A4-6137294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814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 MagaDrop mostra Pronto para receber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97972-5076-49FF-83E5-59DE4DD2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671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A0743-BB30-4416-973E-E56D8255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8CFB1-EF81-493D-ACE8-88B55104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243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 Firewall permite o aplicativo em rede privada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FC245-B6B9-453E-87A4-205E9A5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01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3F1F0-D777-4861-B002-62C271BF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6E857-B3F3-4DBF-9C8C-03043D26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67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VPN e isolamento de dispositivos não bloqueiam a rede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6648A-95C7-4F7C-ABAC-3D9040B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530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8572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BF397-9104-4BF0-A4D0-4376844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4020A-0E7D-4222-828A-ED6BF21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7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6270E-6E8D-4944-BB63-60533B77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4277E-F20E-407C-A61E-49E95CED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Compartilhamento e colaboração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8E2F1-E26D-4B18-A777-5C45DB3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MagaDrop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E5268-A1B7-4CD5-BE05-42D459F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01A2F-90C8-412B-9DBE-0E0871A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D9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9D98A"/>
                </a:solidFill>
                <a:latin typeface="Segoe UI"/>
                <a:ea typeface="Segoe UI"/>
                <a:cs typeface="Segoe UI"/>
              </a:rPr>
              <a:t>PARA INSTALAR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B6FB6-FB73-4389-B40D-DC4CF54B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Envie somente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C964C-57A9-4C2F-9FCD-16C6806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MagaDropSetup.exe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3CFC4-0FF8-4093-BA3D-3821683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O instalador não leva as contas, senhas ou arquivos deste computador.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38117-9CD4-44BD-A265-909F7EC3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2DF40-A336-41A0-8C7F-463D2017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3C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43CFF"/>
                </a:solidFill>
                <a:latin typeface="Segoe UI"/>
                <a:ea typeface="Segoe UI"/>
                <a:cs typeface="Segoe UI"/>
              </a:rPr>
              <a:t>PARA COLABORAR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1E0FE-ED08-41B6-B795-80C9D32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GitHub público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45748-EB9F-43F8-81F8-619CD621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BB7D1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BB7D1"/>
                </a:solidFill>
                <a:latin typeface="Segoe UI"/>
                <a:ea typeface="Segoe UI"/>
                <a:cs typeface="Segoe UI"/>
              </a:rPr>
              <a:t>Clone a branch principal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C583F-CCC1-4B73-B8D9-F4A4155D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8B4C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8B4CC"/>
                </a:solidFill>
                <a:latin typeface="Segoe UI"/>
                <a:ea typeface="Segoe UI"/>
                <a:cs typeface="Segoe UI"/>
              </a:rPr>
              <a:t>Crie um fork, faça suas alterações e envie uma pull request. O código usa a licença MIT.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A2D57-EA2E-4940-A94F-777CEAB5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51409-D8C1-44C5-9ABD-DE3D9E2F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BBF2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Próximo marco: HTTPS, dispositivos autorizados e acesso externo seguro</a:t>
            </a:r>
          </a:p>
        </p:txBody>
      </p:sp>
    </p:spTree>
    <p:extLst>
      <p:ext uri="{BB962C8B-B14F-4D97-AF65-F5344CB8AC3E}">
        <p14:creationId xmlns:p14="http://schemas.microsoft.com/office/powerpoint/2010/main" val="466348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2026-09-06T13:00:35.7330000Z</dcterms:created>
  <dcterms:modified xsi:type="dcterms:W3CDTF">2026-09-06T13:00:35.7330000Z</dcterms:modified>
</coreProperties>
</file>