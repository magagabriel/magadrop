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68dc0d8e6a142fb" /><Relationship Type="http://schemas.openxmlformats.org/officeDocument/2006/relationships/extended-properties" Target="/docProps/app.xml" Id="Rc8709676986e4b69" /><Relationship Type="http://schemas.openxmlformats.org/officeDocument/2006/relationships/officeDocument" Target="/ppt/presentation.xml" Id="R0a25d128e39145d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2407a26834640d3"/>
  </p:sldMasterIdLst>
  <p:notesMasterIdLst>
    <p:notesMasterId xmlns:r="http://schemas.openxmlformats.org/officeDocument/2006/relationships" r:id="R517eed9d70f644a8"/>
  </p:notesMasterIdLst>
  <p:sldIdLst>
    <p:sldId xmlns:r="http://schemas.openxmlformats.org/officeDocument/2006/relationships" id="256" r:id="Rb2d8ad5071394082"/>
    <p:sldId xmlns:r="http://schemas.openxmlformats.org/officeDocument/2006/relationships" id="257" r:id="Ref8b5a7230464e68"/>
    <p:sldId xmlns:r="http://schemas.openxmlformats.org/officeDocument/2006/relationships" id="258" r:id="Rc786e5dcda654705"/>
    <p:sldId xmlns:r="http://schemas.openxmlformats.org/officeDocument/2006/relationships" id="259" r:id="R3362cacd4edc4f77"/>
    <p:sldId xmlns:r="http://schemas.openxmlformats.org/officeDocument/2006/relationships" id="260" r:id="R607e9af1d68247f9"/>
    <p:sldId xmlns:r="http://schemas.openxmlformats.org/officeDocument/2006/relationships" id="261" r:id="Rffdefac7d6bb46b7"/>
    <p:sldId xmlns:r="http://schemas.openxmlformats.org/officeDocument/2006/relationships" id="262" r:id="R029f407f57f544ec"/>
    <p:sldId xmlns:r="http://schemas.openxmlformats.org/officeDocument/2006/relationships" id="263" r:id="R72571ec9b620402b"/>
    <p:sldId xmlns:r="http://schemas.openxmlformats.org/officeDocument/2006/relationships" id="264" r:id="R73293c09d5464119"/>
    <p:sldId xmlns:r="http://schemas.openxmlformats.org/officeDocument/2006/relationships" id="265" r:id="R6a6e92cfe7f243f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8462871154c4b32" /><Relationship Type="http://schemas.openxmlformats.org/officeDocument/2006/relationships/slideMaster" Target="/ppt/slideMasters/slideMaster1.xml" Id="Rd2407a26834640d3" /><Relationship Type="http://schemas.openxmlformats.org/officeDocument/2006/relationships/notesMaster" Target="/ppt/notesMasters/notesMaster1.xml" Id="R517eed9d70f644a8" /><Relationship Type="http://schemas.openxmlformats.org/officeDocument/2006/relationships/presProps" Target="/ppt/presProps.xml" Id="R0f331d84680043d9" /><Relationship Type="http://schemas.openxmlformats.org/officeDocument/2006/relationships/tableStyles" Target="/ppt/tableStyles.xml" Id="R18425ff9a1be4bfa" /><Relationship Type="http://schemas.openxmlformats.org/officeDocument/2006/relationships/slide" Target="/ppt/slides/slide1.xml" Id="Rb2d8ad5071394082" /><Relationship Type="http://schemas.openxmlformats.org/officeDocument/2006/relationships/slide" Target="/ppt/slides/slide2.xml" Id="Ref8b5a7230464e68" /><Relationship Type="http://schemas.openxmlformats.org/officeDocument/2006/relationships/slide" Target="/ppt/slides/slide3.xml" Id="Rc786e5dcda654705" /><Relationship Type="http://schemas.openxmlformats.org/officeDocument/2006/relationships/slide" Target="/ppt/slides/slide4.xml" Id="R3362cacd4edc4f77" /><Relationship Type="http://schemas.openxmlformats.org/officeDocument/2006/relationships/slide" Target="/ppt/slides/slide5.xml" Id="R607e9af1d68247f9" /><Relationship Type="http://schemas.openxmlformats.org/officeDocument/2006/relationships/slide" Target="/ppt/slides/slide6.xml" Id="Rffdefac7d6bb46b7" /><Relationship Type="http://schemas.openxmlformats.org/officeDocument/2006/relationships/slide" Target="/ppt/slides/slide7.xml" Id="R029f407f57f544ec" /><Relationship Type="http://schemas.openxmlformats.org/officeDocument/2006/relationships/slide" Target="/ppt/slides/slide8.xml" Id="R72571ec9b620402b" /><Relationship Type="http://schemas.openxmlformats.org/officeDocument/2006/relationships/slide" Target="/ppt/slides/slide9.xml" Id="R73293c09d5464119" /><Relationship Type="http://schemas.openxmlformats.org/officeDocument/2006/relationships/slide" Target="/ppt/slides/slide10.xml" Id="R6a6e92cfe7f243f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89619ac3a944b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7d1619d3e5d4f48" /><Relationship Type="http://schemas.openxmlformats.org/officeDocument/2006/relationships/notesMaster" Target="/ppt/notesMasters/notesMaster1.xml" Id="Rf9ee2d7fcf5743f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fdb5f07897b4252" /><Relationship Type="http://schemas.openxmlformats.org/officeDocument/2006/relationships/notesMaster" Target="/ppt/notesMasters/notesMaster1.xml" Id="R9105b467572e482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2967a4b536a44c6" /><Relationship Type="http://schemas.openxmlformats.org/officeDocument/2006/relationships/notesMaster" Target="/ppt/notesMasters/notesMaster1.xml" Id="R443de325581a4f1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6e4a9f6f4be4503" /><Relationship Type="http://schemas.openxmlformats.org/officeDocument/2006/relationships/notesMaster" Target="/ppt/notesMasters/notesMaster1.xml" Id="R002b09f258de4f7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816c51e847e48fb" /><Relationship Type="http://schemas.openxmlformats.org/officeDocument/2006/relationships/notesMaster" Target="/ppt/notesMasters/notesMaster1.xml" Id="Rf61da7cb7253445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a20b3d77e9541c6" /><Relationship Type="http://schemas.openxmlformats.org/officeDocument/2006/relationships/notesMaster" Target="/ppt/notesMasters/notesMaster1.xml" Id="R7b948e93d03344f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521f942998f45f8" /><Relationship Type="http://schemas.openxmlformats.org/officeDocument/2006/relationships/notesMaster" Target="/ppt/notesMasters/notesMaster1.xml" Id="Rf8b1b2446bce418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ef1ae2b33a44407" /><Relationship Type="http://schemas.openxmlformats.org/officeDocument/2006/relationships/notesMaster" Target="/ppt/notesMasters/notesMaster1.xml" Id="Rdc53e86eef8f4c3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794a208290a4370" /><Relationship Type="http://schemas.openxmlformats.org/officeDocument/2006/relationships/notesMaster" Target="/ppt/notesMasters/notesMaster1.xml" Id="R1c804e00a66e4fb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fb730a70e474c1e" /><Relationship Type="http://schemas.openxmlformats.org/officeDocument/2006/relationships/notesMaster" Target="/ppt/notesMasters/notesMaster1.xml" Id="R487fb5eeaa4e42d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código e documentação do repositório MagaDrop, consultados em 6 de setembro de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código e documentação do repositório MagaDrop, consultados em 6 de setembro de 2026. A imagem mostra uma sessão descartável de demonstração.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código e documentação do repositório MagaDrop, consultados em 6 de setembro de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código e documentação do repositório MagaDrop, consultados em 6 de setembro de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código e documentação do repositório MagaDrop, consultados em 6 de setembro de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código e documentação do repositório MagaDrop, consultados em 6 de setembro de 2026. O endereço exibido na captura é apenas um exemplo da rede usada durante a documentação.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código e documentação do repositório MagaDrop, consultados em 6 de setembro de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código e documentação do repositório MagaDrop, consultados em 6 de setembro de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código e documentação do repositório MagaDrop, consultados em 6 de setembro de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código e documentação do repositório MagaDrop, consultados em 6 de setembro de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27c997004d424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8ab97d377ce4762" /><Relationship Type="http://schemas.openxmlformats.org/officeDocument/2006/relationships/slideLayout" Target="/ppt/slideLayouts/slideLayout1.xml" Id="Rc76128ab722f4d0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76128ab722f4d0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85676d2bae4114" /><Relationship Type="http://schemas.openxmlformats.org/officeDocument/2006/relationships/image" Target="/ppt/media/image.png" Id="Radccd154d88b467f" /><Relationship Type="http://schemas.openxmlformats.org/officeDocument/2006/relationships/notesSlide" Target="/ppt/notesSlides/notesSlide1.xml" Id="R7d1257c924f143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7fd297f7674454" /><Relationship Type="http://schemas.openxmlformats.org/officeDocument/2006/relationships/image" Target="/ppt/media/image.jpeg" Id="R03b6ece246264f7b" /><Relationship Type="http://schemas.openxmlformats.org/officeDocument/2006/relationships/notesSlide" Target="/ppt/notesSlides/notesSlide2.xml" Id="R5eafef40826847d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716b246a1544df" /><Relationship Type="http://schemas.openxmlformats.org/officeDocument/2006/relationships/notesSlide" Target="/ppt/notesSlides/notesSlide3.xml" Id="R27fd09e76b0a4bf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44e688e31f4b23" /><Relationship Type="http://schemas.openxmlformats.org/officeDocument/2006/relationships/notesSlide" Target="/ppt/notesSlides/notesSlide4.xml" Id="R39968a17b7a741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d856e14d824699" /><Relationship Type="http://schemas.openxmlformats.org/officeDocument/2006/relationships/notesSlide" Target="/ppt/notesSlides/notesSlide5.xml" Id="R1b0bfb950e96446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53b7b336594a55" /><Relationship Type="http://schemas.openxmlformats.org/officeDocument/2006/relationships/image" Target="/ppt/media/image2.jpeg" Id="R5a869daa746c4913" /><Relationship Type="http://schemas.openxmlformats.org/officeDocument/2006/relationships/notesSlide" Target="/ppt/notesSlides/notesSlide6.xml" Id="R71ce177650f74d0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e6488ce5484b16" /><Relationship Type="http://schemas.openxmlformats.org/officeDocument/2006/relationships/notesSlide" Target="/ppt/notesSlides/notesSlide7.xml" Id="Reaefb1370f2b437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8885d06f9049dd" /><Relationship Type="http://schemas.openxmlformats.org/officeDocument/2006/relationships/notesSlide" Target="/ppt/notesSlides/notesSlide8.xml" Id="R5dd06f3fdd304fe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e603adc7d44cf3" /><Relationship Type="http://schemas.openxmlformats.org/officeDocument/2006/relationships/notesSlide" Target="/ppt/notesSlides/notesSlide9.xml" Id="R20101129bd3c413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077abfbf4340d4" /><Relationship Type="http://schemas.openxmlformats.org/officeDocument/2006/relationships/notesSlide" Target="/ppt/notesSlides/notesSlide10.xml" Id="Rf52a41cb489b47a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308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52CDDC-BFA3-4F12-8794-66A23646B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0E1A5C-3ADC-4A87-8544-187754DF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3CFF"/>
          </a:solidFill>
          <a:ln xmlns:a="http://schemas.openxmlformats.org/drawingml/2006/main" w="0">
            <a:noFill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ccd154d88b467f"/>
          <a:stretch xmlns:a="http://schemas.openxmlformats.org/drawingml/2006/main"/>
        </p:blipFill>
        <p:spPr>
          <a:xfrm xmlns:a="http://schemas.openxmlformats.org/drawingml/2006/main">
            <a:off x="8354428" y="1219200"/>
            <a:ext cx="2245895" cy="26670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AF6EF2-379B-4573-8C9F-D11573A72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76400"/>
            <a:ext cx="685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5700" b="1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MagaDrop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E89CBA-6A08-4219-8EC0-638056535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76550"/>
            <a:ext cx="657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2325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Servidor de arquivos familiar para a rede local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F9F8B8-A16E-40FE-849E-E0C7EA89C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619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B7D1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264A42-C187-447C-8EE5-FA1D38D23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33875"/>
            <a:ext cx="666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Instalação, primeiro uso e colaboração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54000A-1ADD-474D-811C-1804009F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531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Atualizado em 6 de setembro de 2026</a:t>
            </a:r>
          </a:p>
        </p:txBody>
      </p:sp>
    </p:spTree>
    <p:extLst>
      <p:ext uri="{BB962C8B-B14F-4D97-AF65-F5344CB8AC3E}">
        <p14:creationId xmlns:p14="http://schemas.microsoft.com/office/powerpoint/2010/main" val="5744630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308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B8A514-4D9C-4860-9356-4420B85CE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C002E5-5715-4948-9500-7809183D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B7D1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B20235-B9DC-4A26-BF1A-4FF5E3F56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2FCB9B-28D0-470A-8C28-FC3E63F6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3300" b="1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O que o MagaDrop faz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7CD850-DA2A-479C-BD42-E9ED1A236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Um computador centraliza os arquivos e os outros dispositivos usam o navegador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9BD119-1779-4ECC-9FC7-22ADB6BA0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MagaDrop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801327-3871-4FC6-AC04-16E5E0C2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483519-D373-4806-88A5-0680F556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433387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15900" indent="-101600">
              <a:spcAft>
                <a:spcPts val="1500"/>
              </a:spcAft>
              <a:buChar char="•"/>
              <a:defRPr sz="1875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1875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Envia arquivos do celular para o computador</a:t>
            </a:r>
          </a:p>
          <a:p xmlns:a="http://schemas.openxmlformats.org/drawingml/2006/main">
            <a:pPr marL="215900" indent="-101600">
              <a:spcAft>
                <a:spcPts val="1500"/>
              </a:spcAft>
              <a:buChar char="•"/>
              <a:defRPr sz="1875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1875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Mostra e baixa arquivos do computador</a:t>
            </a:r>
          </a:p>
          <a:p xmlns:a="http://schemas.openxmlformats.org/drawingml/2006/main">
            <a:pPr marL="215900" indent="-101600">
              <a:spcAft>
                <a:spcPts val="1500"/>
              </a:spcAft>
              <a:buChar char="•"/>
              <a:defRPr sz="1875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1875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Cria pastas nas áreas Pessoal e Compartilhada</a:t>
            </a:r>
          </a:p>
          <a:p xmlns:a="http://schemas.openxmlformats.org/drawingml/2006/main">
            <a:pPr marL="215900" indent="-101600">
              <a:spcAft>
                <a:spcPts val="1500"/>
              </a:spcAft>
              <a:buChar char="•"/>
              <a:defRPr sz="1875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1875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Gerencia membros, senhas e sessões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b6ece246264f7b"/>
          <a:stretch xmlns:a="http://schemas.openxmlformats.org/drawingml/2006/main"/>
        </p:blipFill>
        <p:spPr>
          <a:xfrm xmlns:a="http://schemas.openxmlformats.org/drawingml/2006/main">
            <a:off x="5286375" y="2078236"/>
            <a:ext cx="6191250" cy="3482578"/>
          </a:xfrm>
          <a:prstGeom xmlns:a="http://schemas.openxmlformats.org/drawingml/2006/main" prst="roundRect">
            <a:avLst>
              <a:gd name="adj" fmla="val 3279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0A9434-7682-41F5-9B68-17921DC76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9D98A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39D98A"/>
                </a:solidFill>
                <a:latin typeface="Segoe UI"/>
                <a:ea typeface="Segoe UI"/>
                <a:cs typeface="Segoe UI"/>
              </a:rPr>
              <a:t>Nada precisa ser instalado no celular</a:t>
            </a:r>
          </a:p>
        </p:txBody>
      </p:sp>
    </p:spTree>
    <p:extLst>
      <p:ext uri="{BB962C8B-B14F-4D97-AF65-F5344CB8AC3E}">
        <p14:creationId xmlns:p14="http://schemas.microsoft.com/office/powerpoint/2010/main" val="6364541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308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98250E-E19B-430C-A19E-9C68D63C9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0FE622-5B9A-4E6C-8AAF-9FE247F8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B7D1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6284DF-2C57-4142-B1BE-AD20BD750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1595FB-3F2C-4800-A047-AB899CC7D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3300" b="1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O que precisa ser instalado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994218-3308-4388-B45C-ED8D72BB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MagaDrop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5E5877-4651-49F6-9CC3-60AB1E450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960985-FE44-4C70-9F8A-77E206583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419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PARA USAR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C53BAC-F277-4ADA-883E-B94EB3CE0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4350" b="1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1 arquivo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944D32-077E-42ED-85EA-B214DDE87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9D98A"/>
                </a:solidFill>
                <a:latin typeface="Segoe UI"/>
                <a:ea typeface="Segoe UI"/>
                <a:cs typeface="Segoe UI"/>
              </a:defRPr>
            </a:pPr>
            <a:r>
              <a:rPr sz="2100" b="1">
                <a:solidFill>
                  <a:srgbClr val="39D98A"/>
                </a:solidFill>
                <a:latin typeface="Segoe UI"/>
                <a:ea typeface="Segoe UI"/>
                <a:cs typeface="Segoe UI"/>
              </a:rPr>
              <a:t>MagaDropSetup.exe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0A73B8-9B33-42E3-B04E-C8C87BC1E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2862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O instalador já leva o Java, a interface web, o ícone, os atalhos e o desinstalador.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F93818-8068-42B9-A714-251EBD586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962150"/>
            <a:ext cx="1905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75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E6673D-E2B0-4015-B8A1-7C199F412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52625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3CFF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B43CFF"/>
                </a:solidFill>
                <a:latin typeface="Segoe UI"/>
                <a:ea typeface="Segoe UI"/>
                <a:cs typeface="Segoe UI"/>
              </a:rPr>
              <a:t>PARA DESENVOLVER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59430E-1712-46CE-9544-3E6778938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76500"/>
            <a:ext cx="46672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15900" indent="-101600">
              <a:spcAft>
                <a:spcPts val="1500"/>
              </a:spcAft>
              <a:buChar char="•"/>
              <a:defRPr sz="1875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1875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Git para baixar e enviar alterações</a:t>
            </a:r>
          </a:p>
          <a:p xmlns:a="http://schemas.openxmlformats.org/drawingml/2006/main">
            <a:pPr marL="215900" indent="-101600">
              <a:spcAft>
                <a:spcPts val="1500"/>
              </a:spcAft>
              <a:buChar char="•"/>
              <a:defRPr sz="1875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1875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JDK 25 ou compatível</a:t>
            </a:r>
          </a:p>
          <a:p xmlns:a="http://schemas.openxmlformats.org/drawingml/2006/main">
            <a:pPr marL="215900" indent="-101600">
              <a:spcAft>
                <a:spcPts val="1500"/>
              </a:spcAft>
              <a:buChar char="•"/>
              <a:defRPr sz="1875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1875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PowerShell 7</a:t>
            </a:r>
          </a:p>
          <a:p xmlns:a="http://schemas.openxmlformats.org/drawingml/2006/main">
            <a:pPr marL="215900" indent="-101600">
              <a:spcAft>
                <a:spcPts val="1500"/>
              </a:spcAft>
              <a:buChar char="•"/>
              <a:defRPr sz="1875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1875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Inno Setup 6 para gerar o instalador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F15286-0F24-4CF4-94D3-3AB5000CB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381625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BBF24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FBBF24"/>
                </a:solidFill>
                <a:latin typeface="Segoe UI"/>
                <a:ea typeface="Segoe UI"/>
                <a:cs typeface="Segoe UI"/>
              </a:rPr>
              <a:t>Usuários comuns não precisam instalar essas ferramentas</a:t>
            </a:r>
          </a:p>
        </p:txBody>
      </p:sp>
    </p:spTree>
    <p:extLst>
      <p:ext uri="{BB962C8B-B14F-4D97-AF65-F5344CB8AC3E}">
        <p14:creationId xmlns:p14="http://schemas.microsoft.com/office/powerpoint/2010/main" val="838082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308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4F7757-4F9E-4CE0-86E8-7CB59A772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B99D22-8CA8-43FF-9ADE-29510540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B7D1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D4D0B1-8F47-4DC3-83A9-B040725BC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99176A-1084-47E4-89F8-E286A088A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3300" b="1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Tutorial de instalação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AFDD28-017A-447E-A88B-1FF489FD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O processo no computador que guardará os arquivos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241BAD-4BBF-4E96-838C-DF28DA40C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MagaDrop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0ACF8A-301C-4A32-A76B-5C910E33B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9FB501-067B-4C9D-9DFB-55449D6B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876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3600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B88EB3-AB49-44DE-8F88-DFDC6054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2238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2175" b="1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Abra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D61D7F-0BD5-44DF-BADD-9D1E0E4CE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22383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Execute MagaDropSetup.exe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A09AF1-7147-43AF-ACBB-6728729C1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05050"/>
            <a:ext cx="190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75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EAD5DF-55BF-4D7B-A8D7-DECC27519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238375"/>
            <a:ext cx="876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B43CFF"/>
                </a:solidFill>
                <a:latin typeface="Segoe UI"/>
                <a:ea typeface="Segoe UI"/>
                <a:cs typeface="Segoe UI"/>
              </a:defRPr>
            </a:pPr>
            <a:r>
              <a:rPr sz="3600" b="1">
                <a:solidFill>
                  <a:srgbClr val="B43CFF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796B0D-DF21-4646-9CAE-CD9442DD7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000375"/>
            <a:ext cx="2238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2175" b="1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Instale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EF607E-B003-4177-92FD-60BCCF8C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524250"/>
            <a:ext cx="22383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Conclua o assistente do Windows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6C8525-433B-4547-9674-2ABBF5BE4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305050"/>
            <a:ext cx="190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75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0C23F4-9A55-466C-8F38-C1BFB09B0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38375"/>
            <a:ext cx="876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3600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03BC02-0ABA-48A4-B988-7EA40589C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0375"/>
            <a:ext cx="2238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2175" b="1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Inicie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E68773-CF5F-4E7F-9AFA-CAE93EBBB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24250"/>
            <a:ext cx="22383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Abra o atalho MagaDrop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257CD0-D0A6-40D4-B154-5E9A777AD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305050"/>
            <a:ext cx="190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75A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FDF426-6BDE-47E0-9CF1-A7A3BA592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238375"/>
            <a:ext cx="876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B43CFF"/>
                </a:solidFill>
                <a:latin typeface="Segoe UI"/>
                <a:ea typeface="Segoe UI"/>
                <a:cs typeface="Segoe UI"/>
              </a:defRPr>
            </a:pPr>
            <a:r>
              <a:rPr sz="3600" b="1">
                <a:solidFill>
                  <a:srgbClr val="B43CFF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2C5E4A-38AA-45B4-B571-BB3487C0F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00375"/>
            <a:ext cx="2238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2175" b="1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Permita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20FA59-BE80-41E6-A070-5D36769F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524250"/>
            <a:ext cx="22383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Autorize a rede privada no Firewall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5779FE-6BE9-4DBE-9D67-B4F533508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75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9837C9-E2EA-41CD-A50E-E78A6CC5E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FBBF24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FBBF24"/>
                </a:solidFill>
                <a:latin typeface="Segoe UI"/>
                <a:ea typeface="Segoe UI"/>
                <a:cs typeface="Segoe UI"/>
              </a:rPr>
              <a:t>O aviso de editor desconhecido pode aparecer enquanto o instalador não tiver assinatura digital</a:t>
            </a:r>
          </a:p>
        </p:txBody>
      </p:sp>
    </p:spTree>
    <p:extLst>
      <p:ext uri="{BB962C8B-B14F-4D97-AF65-F5344CB8AC3E}">
        <p14:creationId xmlns:p14="http://schemas.microsoft.com/office/powerpoint/2010/main" val="4866213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308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AADFDD-EA4F-41FA-8876-3873C983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C42657-D0D0-4CEE-A23B-61EF31957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B7D1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36F89E-2E57-4B73-B45F-3A046EC36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59FD53-3791-462A-8D4B-0C58663BF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3300" b="1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Primeira configuração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8588F1-E93D-45C0-9848-617311E7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A instalação nova só avança depois que a pessoa escolhe a pasta base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5E317F-0CB9-47DE-99C9-86699ECE5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MagaDrop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F219C9-7B48-4A33-9EAC-18E1AA563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6D0376-BAEF-425A-A1D2-208445121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3150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40D0DE-6C21-488A-A49E-A4AB5075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114550"/>
            <a:ext cx="3714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Pasta base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9C9ACE-DF41-4912-8CB2-725ED34E6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1460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Clique em Escolher... e indique onde os arquivos ficarão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0DFC6B-6977-4774-8ADD-84AD96DB8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3150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95A832-CE50-42DA-99FA-6527DE597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314700"/>
            <a:ext cx="3714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Administrador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DB7A41-41AD-4B8C-AF01-5E553900B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71475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Crie e confirme a senha da conta MAGA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E109E4-AE38-4A2E-8A07-8FB63DF47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95800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3150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7DE74E-8611-4489-9AE2-2CC2E52A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514850"/>
            <a:ext cx="3714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Windows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6391B3-024A-4754-B41A-CAEEB846B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91490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Ative o início automático se desejar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4C9FBD-40FF-4EF4-9A1E-841BA3918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52650"/>
            <a:ext cx="47625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071126"/>
          </a:solidFill>
          <a:ln xmlns:a="http://schemas.openxmlformats.org/drawingml/2006/main" w="9525">
            <a:solidFill>
              <a:srgbClr val="26375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970697-BE9E-4768-9DCC-F8A76B10F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336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2175" b="1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Pasta base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16323E-2FC5-4FC6-9637-FFCFE0EA7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2575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9D98A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39D98A"/>
                </a:solidFill>
                <a:latin typeface="Segoe UI"/>
                <a:ea typeface="Segoe UI"/>
                <a:cs typeface="Segoe UI"/>
              </a:rPr>
              <a:t>Compartilhada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8D65DC-0F84-4954-80FE-E88F6E5F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6385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Arquivos disponíveis para a família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8994AC-EEE0-498F-B8E9-B41006B1F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2481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3CFF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B43CFF"/>
                </a:solidFill>
                <a:latin typeface="Segoe UI"/>
                <a:ea typeface="Segoe UI"/>
                <a:cs typeface="Segoe UI"/>
              </a:rPr>
              <a:t>Usuarios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2C0F7D-0B6A-4F4D-99FF-8ECB20099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629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Uma pasta exclusiva para cada conta</a:t>
            </a:r>
          </a:p>
        </p:txBody>
      </p:sp>
    </p:spTree>
    <p:extLst>
      <p:ext uri="{BB962C8B-B14F-4D97-AF65-F5344CB8AC3E}">
        <p14:creationId xmlns:p14="http://schemas.microsoft.com/office/powerpoint/2010/main" val="82156603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308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25C9E6-BF13-4185-9D0C-E9120EAE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8D06CB-FF8B-4C95-8272-68E2EB281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B7D1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3A5D3B-396B-4523-8EAD-005D46E19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F7BD6B-2CD2-46A0-9754-616BCBF8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3300" b="1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Acesso pelo celular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464BC4-E2B7-4E1D-8076-C8885C512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O endereço mostrado pelo MagaDrop pertence ao computador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72E833-DF4C-4D09-AAFE-3E4B92C0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MagaDrop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C7CD32-3C22-44BA-B76E-0427AED4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56BBC2-8B57-43D3-A473-CCE5B006B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62175"/>
            <a:ext cx="34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2175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B9C6F5-12B5-4253-9AAE-96DFE7B3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336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Mesmo Wi-Fi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5B3570-EB69-4D47-839E-783D7387D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34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2175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006DF8-A1A2-462C-BF3A-8D8B8AAA4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670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Leia o QR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7A62F7-BFB3-4E40-A1A9-E2E301EED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34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2175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833325-20EC-47D3-8B6A-941C91AC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004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Entre com sua conta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A1C357-0E48-4F8E-91BA-0974DF03B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3619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O computador precisa permanecer ligado e o servidor deve mostrar Pronto para receber.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869daa746c4913"/>
          <a:stretch xmlns:a="http://schemas.openxmlformats.org/drawingml/2006/main"/>
        </p:blipFill>
        <p:spPr>
          <a:xfrm xmlns:a="http://schemas.openxmlformats.org/drawingml/2006/main">
            <a:off x="4552950" y="2059186"/>
            <a:ext cx="6953250" cy="3911203"/>
          </a:xfrm>
          <a:prstGeom xmlns:a="http://schemas.openxmlformats.org/drawingml/2006/main" prst="roundRect">
            <a:avLst>
              <a:gd name="adj" fmla="val 2920"/>
            </a:avLst>
          </a:prstGeom>
        </p:spPr>
      </p:pic>
    </p:spTree>
    <p:extLst>
      <p:ext uri="{BB962C8B-B14F-4D97-AF65-F5344CB8AC3E}">
        <p14:creationId xmlns:p14="http://schemas.microsoft.com/office/powerpoint/2010/main" val="14024857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308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5912C3-DF98-4733-B155-4640924B9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39A08E-E603-4EAA-A287-CF73AD97D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B7D1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E7A8B6-D29B-4A53-A265-91677E657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E7DAC0-39C3-495B-B905-FD38472E0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3300" b="1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Arquivos e usuários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7E57CB-FCB0-4EE6-8C40-ECA90EF92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MagaDrop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50D676-CD81-4AF8-8606-2B2A25790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C8808F-AC0B-4FB5-A7AF-623111D52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B43CFF"/>
                </a:solidFill>
                <a:latin typeface="Segoe UI"/>
                <a:ea typeface="Segoe UI"/>
                <a:cs typeface="Segoe UI"/>
              </a:defRPr>
            </a:pPr>
            <a:r>
              <a:rPr sz="2700" b="1">
                <a:solidFill>
                  <a:srgbClr val="B43CFF"/>
                </a:solidFill>
                <a:latin typeface="Segoe UI"/>
                <a:ea typeface="Segoe UI"/>
                <a:cs typeface="Segoe UI"/>
              </a:rPr>
              <a:t>Pessoal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A044A0-5C48-492C-B4B7-A685CB66A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428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Cada conta possui seu próprio espaço. Outros membros não navegam nessa pasta pelo MagaDrop.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247E65-C303-43B8-9F49-87D7F21C3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39D98A"/>
                </a:solidFill>
                <a:latin typeface="Segoe UI"/>
                <a:ea typeface="Segoe UI"/>
                <a:cs typeface="Segoe UI"/>
              </a:defRPr>
            </a:pPr>
            <a:r>
              <a:rPr sz="2700" b="1">
                <a:solidFill>
                  <a:srgbClr val="39D98A"/>
                </a:solidFill>
                <a:latin typeface="Segoe UI"/>
                <a:ea typeface="Segoe UI"/>
                <a:cs typeface="Segoe UI"/>
              </a:rPr>
              <a:t>Compartilhada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1EE9D4-8360-4854-BFC3-DC0330E6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Conteúdo disponível para as contas autorizadas da família.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F33A82-4985-44D9-A24D-0E4403E91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981200"/>
            <a:ext cx="1905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75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AB7CC7-E3F2-4069-9EBA-74A296944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MAGA administra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2591C0-3157-4A21-8113-ED131017E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15900" indent="-101600">
              <a:spcAft>
                <a:spcPts val="1200"/>
              </a:spcAft>
              <a:buChar char="•"/>
              <a:defRPr sz="1800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1800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Criação de membros e pastas pessoais</a:t>
            </a:r>
          </a:p>
          <a:p xmlns:a="http://schemas.openxmlformats.org/drawingml/2006/main">
            <a:pPr marL="215900" indent="-101600">
              <a:spcAft>
                <a:spcPts val="1200"/>
              </a:spcAft>
              <a:buChar char="•"/>
              <a:defRPr sz="1800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1800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Redefinição de senhas</a:t>
            </a:r>
          </a:p>
          <a:p xmlns:a="http://schemas.openxmlformats.org/drawingml/2006/main">
            <a:pPr marL="215900" indent="-101600">
              <a:spcAft>
                <a:spcPts val="1200"/>
              </a:spcAft>
              <a:buChar char="•"/>
              <a:defRPr sz="1800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1800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Ativação e desativação de contas</a:t>
            </a:r>
          </a:p>
          <a:p xmlns:a="http://schemas.openxmlformats.org/drawingml/2006/main">
            <a:pPr marL="215900" indent="-101600">
              <a:spcAft>
                <a:spcPts val="1200"/>
              </a:spcAft>
              <a:buChar char="•"/>
              <a:defRPr sz="1800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1800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Encerramento de sessões</a:t>
            </a:r>
          </a:p>
          <a:p xmlns:a="http://schemas.openxmlformats.org/drawingml/2006/main">
            <a:pPr marL="215900" indent="-101600">
              <a:spcAft>
                <a:spcPts val="1200"/>
              </a:spcAft>
              <a:buChar char="•"/>
              <a:defRPr sz="1800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1800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Exclusão segura de membros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9722F3-EA37-40A1-8628-042CA654C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245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BBF24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FBBF24"/>
                </a:solidFill>
                <a:latin typeface="Segoe UI"/>
                <a:ea typeface="Segoe UI"/>
                <a:cs typeface="Segoe UI"/>
              </a:rPr>
              <a:t>Arquivos excluídos vão para uma lixeira interna</a:t>
            </a:r>
          </a:p>
        </p:txBody>
      </p:sp>
    </p:spTree>
    <p:extLst>
      <p:ext uri="{BB962C8B-B14F-4D97-AF65-F5344CB8AC3E}">
        <p14:creationId xmlns:p14="http://schemas.microsoft.com/office/powerpoint/2010/main" val="168652084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308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92355F-A77F-4917-88C8-49106986B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489B7C-2C3B-4787-AF09-6B002FDEA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B7D1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4BF46E-BB78-4719-9DEE-2B0D2E916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344330-9C12-4B94-9935-DF0F1CFB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3300" b="1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Segurança e limite atual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BE6BDB-46DC-4056-8DA0-F649CE501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MagaDrop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0072BB-C1E4-4BA8-AB55-91B7AACBA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DFDDBE-6DFC-4E48-A8B9-F655531F0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SENHAS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78D34C-75C8-45B7-99F7-1DB8B923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19300"/>
            <a:ext cx="533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PBKDF2-HMAC-SHA-256 com salt aleatório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7B14D8-237B-4D3C-858D-068596F7F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05075"/>
            <a:ext cx="695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75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91A8FA-A46D-4B3A-B47F-5BB3B959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SESSÕES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CB0142-1B7B-40C7-BE5F-22A2BBA28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876550"/>
            <a:ext cx="533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Tokens aleatórios, expiração e cookie HttpOnly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CAAD93-E03D-46D5-8D66-88CA752F4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695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75A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77F920-B747-49B4-BC4A-D0EDB1436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OPERAÇÕES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6BE954-9442-49A6-883D-E7EF3BD57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33800"/>
            <a:ext cx="533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Proteção CSRF e nova autenticação em ações sensíveis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752952-4729-44B5-9F01-C861EA3BF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9575"/>
            <a:ext cx="695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75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CFF25B-290B-4AE8-A974-7A23ACC9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962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ARQUIVOS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56F7A6-E6D5-4599-8292-C8EE03C1F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591050"/>
            <a:ext cx="533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Bloqueio de caminhos, links e nomes perigosos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AD27D3-26AC-4506-9220-FE2FF4F19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76825"/>
            <a:ext cx="695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75A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77A446-9EB8-488C-9F8E-A958A1837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095500"/>
            <a:ext cx="3048000" cy="314325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071126"/>
          </a:solidFill>
          <a:ln xmlns:a="http://schemas.openxmlformats.org/drawingml/2006/main" w="19050">
            <a:solidFill>
              <a:srgbClr val="FBBF24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CBD64D-8D7E-49F7-A7D4-B97C7AB5A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552700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BBF24"/>
                </a:solidFill>
                <a:latin typeface="Segoe UI"/>
                <a:ea typeface="Segoe UI"/>
                <a:cs typeface="Segoe UI"/>
              </a:defRPr>
            </a:pPr>
            <a:r>
              <a:rPr sz="2325" b="1">
                <a:solidFill>
                  <a:srgbClr val="FBBF24"/>
                </a:solidFill>
                <a:latin typeface="Segoe UI"/>
                <a:ea typeface="Segoe UI"/>
                <a:cs typeface="Segoe UI"/>
              </a:rPr>
              <a:t>Uso local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25288A-9F9E-4F26-8EBE-7C458852C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81350"/>
            <a:ext cx="2190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O tráfego atual usa HTTP. Mantenha o MagaDrop em uma rede confiável e não redirecione sua porta no roteador.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6F28DF-C4E4-47C7-A7B8-F8A31179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54673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39D98A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39D98A"/>
                </a:solidFill>
                <a:latin typeface="Segoe UI"/>
                <a:ea typeface="Segoe UI"/>
                <a:cs typeface="Segoe UI"/>
              </a:rPr>
              <a:t>HTTPS virá antes do acesso externo</a:t>
            </a:r>
          </a:p>
        </p:txBody>
      </p:sp>
    </p:spTree>
    <p:extLst>
      <p:ext uri="{BB962C8B-B14F-4D97-AF65-F5344CB8AC3E}">
        <p14:creationId xmlns:p14="http://schemas.microsoft.com/office/powerpoint/2010/main" val="199842777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308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0A761C-F24A-4CE1-B99A-F3FF3317A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0B3D2C-3F08-44D0-90B9-DBCA76D8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B7D1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7D69E7-4D76-424A-ADA6-0AB543BFC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10B5EE-D6B3-4500-AA50-3279E86B8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3300" b="1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Quando o celular não conecta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B686C4-74C4-4276-8620-2410D5C77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Cinco verificações resolvem a maior parte dos casos na rede local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EAF5A7-832F-4006-9707-D99115C54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MagaDrop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AE58C6-DC2C-444A-9A64-8F3C372E3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BCCA3B-94E6-4C99-9ADE-FB92632D3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2100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9A3DC5-DDB2-42D3-BEBC-C564616D1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09550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Celular e computador estão no mesmo Wi-Fi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663C00-5BFD-426A-BC35-A2AB71AF8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581275"/>
            <a:ext cx="914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75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E61365-FA0D-4030-97AE-352CE691B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38450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2100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5E63DB-6B63-4BDF-84B6-662E6C65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83845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O endereço contém http, o IP do computador e a porta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94344A-62A1-4DED-BBAC-EA403095E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324225"/>
            <a:ext cx="914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75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C7FC90-F0F1-472A-A63B-E12EF60F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81400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2100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A8BF37-B977-4882-A7A4-6137294A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58140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O MagaDrop mostra Pronto para receber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097972-5076-49FF-83E5-59DE4DD2F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067175"/>
            <a:ext cx="914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75A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EA0743-BB30-4416-973E-E56D8255B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24350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2100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18CFB1-EF81-493D-ACE8-88B551045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32435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O Firewall permite o aplicativo em rede privada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9FC245-B6B9-453E-87A4-205E9A585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10125"/>
            <a:ext cx="914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75A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03F1F0-D777-4861-B002-62C271BF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67300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B43CFF"/>
                </a:solidFill>
                <a:latin typeface="Segoe UI"/>
                <a:ea typeface="Segoe UI"/>
                <a:cs typeface="Segoe UI"/>
              </a:defRPr>
            </a:pPr>
            <a:r>
              <a:rPr sz="2100" b="1">
                <a:solidFill>
                  <a:srgbClr val="B43CFF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16E857-B3F3-4DBF-9C8C-03043D26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06730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VPN e isolamento de dispositivos não bloqueiam a rede local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D6648A-95C7-4F7C-ABAC-3D9040BF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53075"/>
            <a:ext cx="914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75A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7857218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3081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4BF397-9104-4BF0-A4D0-4376844B9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E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24020A-0E7D-4222-828A-ED6BF2137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B7D1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C6270E-6E8D-4944-BB63-60533B77D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84277E-F20E-407C-A61E-49E95CED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3300" b="1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Compartilhamento e colaboração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C8E2F1-E26D-4B18-A777-5C45DB365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MagaDrop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DE5268-A1B7-4CD5-BE05-42D459F85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401A2F-90C8-412B-9DBE-0E0871A2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9D98A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39D98A"/>
                </a:solidFill>
                <a:latin typeface="Segoe UI"/>
                <a:ea typeface="Segoe UI"/>
                <a:cs typeface="Segoe UI"/>
              </a:rPr>
              <a:t>PARA INSTALAR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DB6FB6-FB73-4389-B40D-DC4CF54BF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409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2250" b="1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Envie somente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7C964C-57A9-4C2F-9FCD-16C68065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MagaDropSetup.exe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73CFC4-0FF8-4093-BA3D-382168348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447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O instalador não leva as contas, senhas ou arquivos deste computador.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338117-9CD4-44BD-A265-909F7EC39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98120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75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42DF40-A336-41A0-8C7F-463D20170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3CFF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B43CFF"/>
                </a:solidFill>
                <a:latin typeface="Segoe UI"/>
                <a:ea typeface="Segoe UI"/>
                <a:cs typeface="Segoe UI"/>
              </a:rPr>
              <a:t>PARA COLABORAR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B1E0FE-ED08-41B6-B795-80C9D32A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0985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8FAFC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F8FAFC"/>
                </a:solidFill>
                <a:latin typeface="Segoe UI"/>
                <a:ea typeface="Segoe UI"/>
                <a:cs typeface="Segoe UI"/>
              </a:rPr>
              <a:t>GitHub privado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145748-EB9F-43F8-81F8-619CD6215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575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BB7D1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1BB7D1"/>
                </a:solidFill>
                <a:latin typeface="Segoe UI"/>
                <a:ea typeface="Segoe UI"/>
                <a:cs typeface="Segoe UI"/>
              </a:rPr>
              <a:t>Settings &gt; Collaborators &gt; Add people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7C583F-CCC1-4B73-B8D9-F4A4155D2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4667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8B4CC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A8B4CC"/>
                </a:solidFill>
                <a:latin typeface="Segoe UI"/>
                <a:ea typeface="Segoe UI"/>
                <a:cs typeface="Segoe UI"/>
              </a:rPr>
              <a:t>Depois do convite, o colaborador pode clonar a branch codex/v3-contas-sessoes e propor mudanças.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8A2D57-EA2E-4940-A94F-777CEAB58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75A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B51409-D8C1-44C5-9ABD-DE3D9E2F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57875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BBF24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FBBF24"/>
                </a:solidFill>
                <a:latin typeface="Segoe UI"/>
                <a:ea typeface="Segoe UI"/>
                <a:cs typeface="Segoe UI"/>
              </a:rPr>
              <a:t>Próximo marco: HTTPS, dispositivos autorizados e acesso externo seguro</a:t>
            </a:r>
          </a:p>
        </p:txBody>
      </p:sp>
    </p:spTree>
    <p:extLst>
      <p:ext uri="{BB962C8B-B14F-4D97-AF65-F5344CB8AC3E}">
        <p14:creationId xmlns:p14="http://schemas.microsoft.com/office/powerpoint/2010/main" val="4663481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2026-09-06T12:39:05.4580000Z</dcterms:created>
  <dcterms:modified xsi:type="dcterms:W3CDTF">2026-09-06T12:39:05.4580000Z</dcterms:modified>
</coreProperties>
</file>